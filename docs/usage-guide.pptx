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3780794e1f4b5d" /><Relationship Type="http://schemas.openxmlformats.org/officeDocument/2006/relationships/extended-properties" Target="/docProps/app.xml" Id="Rfa58c5c412ae4dfc" /><Relationship Type="http://schemas.openxmlformats.org/officeDocument/2006/relationships/officeDocument" Target="/ppt/presentation.xml" Id="Rf4cbbcc501f842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301b9bf6e14679"/>
  </p:sldMasterIdLst>
  <p:notesMasterIdLst>
    <p:notesMasterId xmlns:r="http://schemas.openxmlformats.org/officeDocument/2006/relationships" r:id="R2d44e999e9f742bf"/>
  </p:notesMasterIdLst>
  <p:sldIdLst>
    <p:sldId xmlns:r="http://schemas.openxmlformats.org/officeDocument/2006/relationships" id="256" r:id="Rfc594709fa0543ae"/>
    <p:sldId xmlns:r="http://schemas.openxmlformats.org/officeDocument/2006/relationships" id="257" r:id="R9052fbd81c994125"/>
    <p:sldId xmlns:r="http://schemas.openxmlformats.org/officeDocument/2006/relationships" id="258" r:id="Rb8445b7debec443b"/>
    <p:sldId xmlns:r="http://schemas.openxmlformats.org/officeDocument/2006/relationships" id="259" r:id="R4a8d2db8095f4e09"/>
    <p:sldId xmlns:r="http://schemas.openxmlformats.org/officeDocument/2006/relationships" id="260" r:id="R79d319195cb246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378aaf014f46ae" /><Relationship Type="http://schemas.openxmlformats.org/officeDocument/2006/relationships/slideMaster" Target="/ppt/slideMasters/slideMaster1.xml" Id="R2c301b9bf6e14679" /><Relationship Type="http://schemas.openxmlformats.org/officeDocument/2006/relationships/notesMaster" Target="/ppt/notesMasters/notesMaster1.xml" Id="R2d44e999e9f742bf" /><Relationship Type="http://schemas.openxmlformats.org/officeDocument/2006/relationships/presProps" Target="/ppt/presProps.xml" Id="Rd7425f31f2374403" /><Relationship Type="http://schemas.openxmlformats.org/officeDocument/2006/relationships/tableStyles" Target="/ppt/tableStyles.xml" Id="R471d7b2e71b24d56" /><Relationship Type="http://schemas.openxmlformats.org/officeDocument/2006/relationships/slide" Target="/ppt/slides/slide1.xml" Id="Rfc594709fa0543ae" /><Relationship Type="http://schemas.openxmlformats.org/officeDocument/2006/relationships/slide" Target="/ppt/slides/slide2.xml" Id="R9052fbd81c994125" /><Relationship Type="http://schemas.openxmlformats.org/officeDocument/2006/relationships/slide" Target="/ppt/slides/slide3.xml" Id="Rb8445b7debec443b" /><Relationship Type="http://schemas.openxmlformats.org/officeDocument/2006/relationships/slide" Target="/ppt/slides/slide4.xml" Id="R4a8d2db8095f4e09" /><Relationship Type="http://schemas.openxmlformats.org/officeDocument/2006/relationships/slide" Target="/ppt/slides/slide5.xml" Id="R79d319195cb246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34331ea0954b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2593e732014b46" /><Relationship Type="http://schemas.openxmlformats.org/officeDocument/2006/relationships/notesMaster" Target="/ppt/notesMasters/notesMaster1.xml" Id="R63a4f1ad1bbe4a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dea0621b9f4251" /><Relationship Type="http://schemas.openxmlformats.org/officeDocument/2006/relationships/notesMaster" Target="/ppt/notesMasters/notesMaster1.xml" Id="Rcaf9b779130942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f45392d14b4756" /><Relationship Type="http://schemas.openxmlformats.org/officeDocument/2006/relationships/notesMaster" Target="/ppt/notesMasters/notesMaster1.xml" Id="Re7eaed959c4b48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f1647d586349ec" /><Relationship Type="http://schemas.openxmlformats.org/officeDocument/2006/relationships/notesMaster" Target="/ppt/notesMasters/notesMaster1.xml" Id="R17ce2e0f754341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d0870f56354b99" /><Relationship Type="http://schemas.openxmlformats.org/officeDocument/2006/relationships/notesMaster" Target="/ppt/notesMasters/notesMaster1.xml" Id="R4f2b8abad6eb46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界面来源：本项目 2.1 版本程序的实际 WinForms 渲染。局部截图用于定位按钮。源码与截图：https://github.com/PaytonJu/MinecraftDownloader 。本教程未运行下载或终止用户进程。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界面来源：本项目 2.1 版本程序的实际 WinForms 渲染。局部截图用于定位按钮。源码与截图：https://github.com/PaytonJu/MinecraftDownloader 。本教程未运行下载或终止用户进程。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界面来源：本项目 2.1 版本程序的实际 WinForms 渲染。局部截图用于定位按钮。源码与截图：https://github.com/PaytonJu/MinecraftDownloader 。本教程未运行下载或终止用户进程。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界面来源：本项目 2.1 版本程序的实际 WinForms 渲染。局部截图用于定位按钮。源码与截图：https://github.com/PaytonJu/MinecraftDownloader 。本教程未运行下载或终止用户进程。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界面来源：本项目 2.1 版本程序的实际 WinForms 渲染。局部截图用于定位按钮。源码与截图：https://github.com/PaytonJu/MinecraftDownloader 。本教程未运行下载或终止用户进程。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64e7d3eb946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cf5461cfb040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9d8638137f42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03dc7a62040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ccaada2a945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171fc506745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7964D0-6FDE-44F1-8412-B97A5C672F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8F1AF7-EBA3-40B1-A37E-E11ED36ACB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AD4825-A977-4B98-9FCD-ABEA231571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E2713F-E3DD-4E15-B560-E81B936754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171666-A017-4028-B491-1DA22C68D8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40C609-194D-4BD2-AA56-A6BF838C12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094BA7-8A80-4215-8140-F00CB4B78B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040291-8110-4338-84EF-ECD311A2E9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504C04-C606-49A9-BF99-7EE609577C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218E08-575A-4039-A57A-F93FFC9D7B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74cfd123714e97" /><Relationship Type="http://schemas.openxmlformats.org/officeDocument/2006/relationships/slideLayout" Target="/ppt/slideLayouts/slideLayout1.xml" Id="R3fc4986bd01743b8" /><Relationship Type="http://schemas.openxmlformats.org/officeDocument/2006/relationships/slideLayout" Target="/ppt/slideLayouts/slideLayout2.xml" Id="Rb2a325e7ebfd4a29" /><Relationship Type="http://schemas.openxmlformats.org/officeDocument/2006/relationships/slideLayout" Target="/ppt/slideLayouts/slideLayout3.xml" Id="R579b84ec98aa482c" /><Relationship Type="http://schemas.openxmlformats.org/officeDocument/2006/relationships/slideLayout" Target="/ppt/slideLayouts/slideLayout4.xml" Id="Rff4aa58d4d1f4c91" /><Relationship Type="http://schemas.openxmlformats.org/officeDocument/2006/relationships/slideLayout" Target="/ppt/slideLayouts/slideLayout5.xml" Id="Ra21c6f4434244a4a" /><Relationship Type="http://schemas.openxmlformats.org/officeDocument/2006/relationships/slideLayout" Target="/ppt/slideLayouts/slideLayout6.xml" Id="R05262397c3d04d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c4986bd01743b8"/>
    <p:sldLayoutId xmlns:r="http://schemas.openxmlformats.org/officeDocument/2006/relationships" id="2147483650" r:id="Rb2a325e7ebfd4a29"/>
    <p:sldLayoutId xmlns:r="http://schemas.openxmlformats.org/officeDocument/2006/relationships" id="2147483651" r:id="R579b84ec98aa482c"/>
    <p:sldLayoutId xmlns:r="http://schemas.openxmlformats.org/officeDocument/2006/relationships" id="2147483652" r:id="Rff4aa58d4d1f4c91"/>
    <p:sldLayoutId xmlns:r="http://schemas.openxmlformats.org/officeDocument/2006/relationships" id="2147483653" r:id="Ra21c6f4434244a4a"/>
    <p:sldLayoutId xmlns:r="http://schemas.openxmlformats.org/officeDocument/2006/relationships" id="2147483654" r:id="R05262397c3d04d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727f5663404859" /><Relationship Type="http://schemas.openxmlformats.org/officeDocument/2006/relationships/image" Target="/ppt/media/image.png" Id="Raff74eb4e0b1469e" /><Relationship Type="http://schemas.openxmlformats.org/officeDocument/2006/relationships/notesSlide" Target="/ppt/notesSlides/notesSlide1.xml" Id="R80d4b5971fa948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2867df55784136" /><Relationship Type="http://schemas.openxmlformats.org/officeDocument/2006/relationships/image" Target="/ppt/media/image2.png" Id="R2bedb8dfb1e541bd" /><Relationship Type="http://schemas.openxmlformats.org/officeDocument/2006/relationships/notesSlide" Target="/ppt/notesSlides/notesSlide2.xml" Id="Rc0af3cc117874c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3dba12ddd54832" /><Relationship Type="http://schemas.openxmlformats.org/officeDocument/2006/relationships/image" Target="/ppt/media/image3.png" Id="Ree2293ba49084cd8" /><Relationship Type="http://schemas.openxmlformats.org/officeDocument/2006/relationships/notesSlide" Target="/ppt/notesSlides/notesSlide3.xml" Id="Re16ecbfb219e46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f03867460343dd" /><Relationship Type="http://schemas.openxmlformats.org/officeDocument/2006/relationships/image" Target="/ppt/media/image4.png" Id="R1c6a8e34f5ed44c2" /><Relationship Type="http://schemas.openxmlformats.org/officeDocument/2006/relationships/notesSlide" Target="/ppt/notesSlides/notesSlide4.xml" Id="Rd928a4eccca142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437559ddee4e17" /><Relationship Type="http://schemas.openxmlformats.org/officeDocument/2006/relationships/image" Target="/ppt/media/image5.png" Id="R1cf73940812e4824" /><Relationship Type="http://schemas.openxmlformats.org/officeDocument/2006/relationships/notesSlide" Target="/ppt/notesSlides/notesSlide5.xml" Id="R137addb2c9e140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B9B00-E33F-4A0F-B96A-FC6E0047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rPr>
              <a:t>第 1 步  游戏资料位置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709B4-8415-48AD-8A22-7B923E4B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rPr>
              <a:t>找不到目录时，点击“浏览”选择位置。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61098-D1FC-4D5E-A8D0-30FE87B8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rPr>
              <a:t>1 / 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0F84E-A2F0-4C3F-8AC0-1410590ADB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74eb4e0b1469e"/>
          <a:srcRect xmlns:a="http://schemas.openxmlformats.org/drawingml/2006/main" l="2128" t="12568" r="3191" b="72678"/>
          <a:stretch xmlns:a="http://schemas.openxmlformats.org/drawingml/2006/main"/>
        </p:blipFill>
        <p:spPr>
          <a:xfrm xmlns:a="http://schemas.openxmlformats.org/drawingml/2006/main">
            <a:off x="857250" y="2286000"/>
            <a:ext cx="10477500" cy="158928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9E3EC-C1BD-49AE-8FE6-711C9674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351" y="2497904"/>
            <a:ext cx="965343" cy="400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6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7F086-B13F-4CAA-BFAF-813B2784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6426" y="2335979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6C4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905BA-8D7D-485D-AD9F-EC5EDC73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rPr>
              <a:t>已有资料：选择 .minecraft 文件夹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E940E-485F-4ABC-9379-16FE4EDB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rPr>
              <a:t>首次安装：选择存放位置，再确认将要创建的 .minecraft 路径</a:t>
            </a:r>
          </a:p>
        </p:txBody>
      </p:sp>
    </p:spTree>
    <p:extLst>
      <p:ext uri="{BB962C8B-B14F-4D97-AF65-F5344CB8AC3E}">
        <p14:creationId xmlns:p14="http://schemas.microsoft.com/office/powerpoint/2010/main" val="12393727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A51CE-58B7-4F4E-9853-539852B3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rPr>
              <a:t>第 2 步  PCL 启动器程序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7276F-6BB0-4878-8D28-B71E802C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rPr>
              <a:t>检查 EXE 路径，必要时点击“选择 PCL EXE”。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998AE-3989-4C7B-A3C6-78A8FCD0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rPr>
              <a:t>2 / 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3AF13-3954-4E34-B898-7C4CFE783C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db8dfb1e541bd"/>
          <a:srcRect xmlns:a="http://schemas.openxmlformats.org/drawingml/2006/main" l="2128" t="21311" r="3191" b="72678"/>
          <a:stretch xmlns:a="http://schemas.openxmlformats.org/drawingml/2006/main"/>
        </p:blipFill>
        <p:spPr>
          <a:xfrm xmlns:a="http://schemas.openxmlformats.org/drawingml/2006/main">
            <a:off x="857250" y="2476500"/>
            <a:ext cx="10477500" cy="64748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BDF86-B821-44E9-8E05-B3326AF7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351" y="2582452"/>
            <a:ext cx="2260315" cy="400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6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40931-6E1B-48AD-A6B6-AE4EEB86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6426" y="2420527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6C4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F303E-6AD7-4922-BFD3-9B8EF5EA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rPr>
              <a:t>选择你实际使用的 PCL 程序文件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04FA3-7448-4C19-89F5-0DEF770C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rPr>
              <a:t>改过文件名也可以识别。首次使用尚无 PCL 配置文件夹时，工具会在正式导入时创建。</a:t>
            </a:r>
          </a:p>
        </p:txBody>
      </p:sp>
    </p:spTree>
    <p:extLst>
      <p:ext uri="{BB962C8B-B14F-4D97-AF65-F5344CB8AC3E}">
        <p14:creationId xmlns:p14="http://schemas.microsoft.com/office/powerpoint/2010/main" val="223426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5CCE8-389F-49C8-9CEE-454DC414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rPr>
              <a:t>第 3 步  游戏版本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9E2F4-A5A4-435F-8E66-51D567CA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rPr>
              <a:t>先获取列表，再从左侧下拉框选择版本。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30986-5C85-4B7C-97B3-4C304570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rPr>
              <a:t>3 / 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12B9C-1FEA-430C-BC25-FC55DB1E49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293ba49084cd8"/>
          <a:srcRect xmlns:a="http://schemas.openxmlformats.org/drawingml/2006/main" l="2128" t="26230" r="3191" b="61749"/>
          <a:stretch xmlns:a="http://schemas.openxmlformats.org/drawingml/2006/main"/>
        </p:blipFill>
        <p:spPr>
          <a:xfrm xmlns:a="http://schemas.openxmlformats.org/drawingml/2006/main">
            <a:off x="857250" y="2333625"/>
            <a:ext cx="10477500" cy="129497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5DEDC-03DA-4756-8921-B19A8E6D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096" y="3075291"/>
            <a:ext cx="1683463" cy="412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6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D3E6A-F3AC-43F5-9856-EC3AD787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171" y="2913366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6C4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B3275-DB5C-4248-8500-005A76E2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92" y="3098836"/>
            <a:ext cx="4744306" cy="37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6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5D74D-3D0D-4361-944C-1EF80A6B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7" y="2936911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6C4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071F3-D3C2-42EA-B182-5898C352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rPr>
              <a:t>① 点击“获取版本列表”    ② 打开下拉框选择版本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FA668-F4C0-4641-9402-44A7B83F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rPr>
              <a:t>需要快照时勾选“显示快照”。下载源默认国内优先，连接异常时可手动切换。</a:t>
            </a:r>
          </a:p>
        </p:txBody>
      </p:sp>
    </p:spTree>
    <p:extLst>
      <p:ext uri="{BB962C8B-B14F-4D97-AF65-F5344CB8AC3E}">
        <p14:creationId xmlns:p14="http://schemas.microsoft.com/office/powerpoint/2010/main" val="16381261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35F16-88A4-44D9-A3B0-16E2F75F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rPr>
              <a:t>第 4 步  下载与自动导入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15F0D-0900-42AE-8282-4102F0A4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rPr>
              <a:t>确认隔离和导入选项，再点击下载按钮。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03D6A-5682-457D-B908-A2692FF1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rPr>
              <a:t>4 / 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11471-0FAD-4E89-A12A-A7765121FC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a8e34f5ed44c2"/>
          <a:srcRect xmlns:a="http://schemas.openxmlformats.org/drawingml/2006/main" l="2128" t="37705" r="3191" b="43169"/>
          <a:stretch xmlns:a="http://schemas.openxmlformats.org/drawingml/2006/main"/>
        </p:blipFill>
        <p:spPr>
          <a:xfrm xmlns:a="http://schemas.openxmlformats.org/drawingml/2006/main">
            <a:off x="857250" y="2143125"/>
            <a:ext cx="10477500" cy="206018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ACDA3-7CE8-4C10-B139-081B469D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47" y="2213760"/>
            <a:ext cx="10147871" cy="1212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6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4D21A-2D33-4235-AFC0-17785550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22" y="205183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6C4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10AEE-5F82-4746-81C7-CBCB6341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92" y="3520504"/>
            <a:ext cx="2495764" cy="517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6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A43CC-4D5F-47B5-B1AF-EDC32C32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7" y="3358579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6C4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2A118-EB16-4A75-B3AB-808A239B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rPr>
              <a:t>使用版本隔离时，保留第一项勾选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B34C3-59E8-4953-9E70-4D3DE557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rPr>
              <a:t>保留自动导入和重新打开选项后，工具会在导入前处理所选 PCL 的退出，再备份和更新配置。</a:t>
            </a:r>
          </a:p>
        </p:txBody>
      </p:sp>
    </p:spTree>
    <p:extLst>
      <p:ext uri="{BB962C8B-B14F-4D97-AF65-F5344CB8AC3E}">
        <p14:creationId xmlns:p14="http://schemas.microsoft.com/office/powerpoint/2010/main" val="3938132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6C4BE-560A-4776-835D-9FA6946A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rPr>
              <a:t>下载完成后的检查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BBB45-58AD-4B55-8140-8615A70B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rPr>
              <a:t>确认安装位置，在 PCL 中选择新版本启动。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F3C7F-BA00-4446-8B73-76A2D656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rPr>
              <a:t>5 / 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547D0-1506-40CF-858E-112C31500B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73940812e4824"/>
          <a:srcRect xmlns:a="http://schemas.openxmlformats.org/drawingml/2006/main" l="2128" t="56284" r="3191" b="22077"/>
          <a:stretch xmlns:a="http://schemas.openxmlformats.org/drawingml/2006/main"/>
        </p:blipFill>
        <p:spPr>
          <a:xfrm xmlns:a="http://schemas.openxmlformats.org/drawingml/2006/main">
            <a:off x="857250" y="2047875"/>
            <a:ext cx="10477500" cy="233094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2C2C7-E8D2-4A2D-A800-919F2361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3"/>
                </a:solidFill>
                <a:latin typeface="Microsoft YaHei"/>
                <a:ea typeface="Microsoft YaHei"/>
                <a:cs typeface="Microsoft YaHei"/>
              </a:rPr>
              <a:t>上图为进度示例，实际大小与速度以界面为准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81898-CD59-478F-BB32-DA87E464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rPr>
              <a:t>100% 表示下载、校验和版本发布完成。PCL 导入结果另行提示。需要时可用“导入 / 修复 PCL”重试。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E60AC-10B9-45EF-B8F9-6F9FB311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D6072"/>
                </a:solidFill>
                <a:latin typeface="Microsoft YaHei"/>
                <a:ea typeface="Microsoft YaHei"/>
                <a:cs typeface="Microsoft YaHei"/>
              </a:rPr>
              <a:t>Java 需在 PCL 中配置。例如 1.20.1 需要 Java 17。</a:t>
            </a:r>
          </a:p>
        </p:txBody>
      </p:sp>
    </p:spTree>
    <p:extLst>
      <p:ext uri="{BB962C8B-B14F-4D97-AF65-F5344CB8AC3E}">
        <p14:creationId xmlns:p14="http://schemas.microsoft.com/office/powerpoint/2010/main" val="1154734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2026-10-24T08:28:54.5180000Z</dcterms:created>
  <dcterms:modified xsi:type="dcterms:W3CDTF">2026-10-24T08:28:54.5180000Z</dcterms:modified>
</coreProperties>
</file>